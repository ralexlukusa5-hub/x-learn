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Soutenance de Monographie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Plan Général de Présentation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Contexte</a:t>
            </a:r>
          </a:p>
          <a:p>
            <a:r>
              <a:t>Problématique</a:t>
            </a:r>
          </a:p>
          <a:p>
            <a:r>
              <a:t>Objectifs</a:t>
            </a:r>
          </a:p>
          <a:p>
            <a:r>
              <a:t>Méthodologie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Chapitre I : Cadre Théorique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Définitions des concepts</a:t>
            </a:r>
          </a:p>
          <a:p>
            <a:r>
              <a:t>Historique</a:t>
            </a:r>
          </a:p>
          <a:p>
            <a:r>
              <a:t>Revue de littérature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Chapitre II : Analyse du sujet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Description du problème</a:t>
            </a:r>
          </a:p>
          <a:p>
            <a:r>
              <a:t>Causes et conséquences</a:t>
            </a:r>
          </a:p>
          <a:p>
            <a:r>
              <a:t>Études de cas / analyses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Chapitre III : Solution proposée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du système</a:t>
            </a:r>
          </a:p>
          <a:p>
            <a:r>
              <a:t>Outils utilisés</a:t>
            </a:r>
          </a:p>
          <a:p>
            <a:r>
              <a:t>Fonctionnement</a:t>
            </a:r>
          </a:p>
          <a:p>
            <a:r>
              <a:t>Avantages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Résumé du travail</a:t>
            </a:r>
          </a:p>
          <a:p>
            <a:r>
              <a:t>Résultats obtenus</a:t>
            </a:r>
          </a:p>
          <a:p>
            <a:r>
              <a:t>Recommandations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